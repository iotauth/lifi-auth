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from one representative trial.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This isn't a one-off: the automated harness (thesis_eval/replay_test.py) ran this exact procedure 25 times, and both outcomes reproduced 25/25 — the diagram shown is one representative trial, not the only one run.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the Security Goals G1-G4 scorecard slide,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re-accepted only after eviction from a shrunk 2-slot window — reproduced 25/25 across independent automated trials.</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pPr algn="ctr"/>
                      <a:r>
                        <a:rPr sz="1250" b="0">
                          <a:solidFill>
                            <a:srgbClr val="0B0B0B"/>
                          </a:solidFill>
                          <a:latin typeface="Calibri"/>
                        </a:rPr>
                        <a:t>15.11s ± 0.06s intrinsic ≈ Δ + 0.11s</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Immediate rejection confirmed; window-bounded (documented)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