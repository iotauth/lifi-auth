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The on-device confirmation has since been run: 25 trials, every single one landing at exactly 15.001 seconds, because the check runs every main-loop iteration with no polling cadence left to alias against. If pressed on why the two earlier batches still matter: they're what caught and explained the polling-artifact bimodality in the first place — the on-device run is confirmation, not a replacement for that story.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 blue is the as-deployed condition, 5-second external-monitor polling, 21 trials; orange is fine-grained 0.2-second polling,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A third batch, not shown in this chart, confirms it further: reading the receiver's own on-device [PRESENCE] transitions directly (no external polling at all), all 25 trials landed at exactly 15.001 seconds, standard deviation zero — every trial hit the same value because the check runs every main-loop iteration, so revocation fires the instant the timer crosses Δ. That's the G4 evidence: revocation on interruption, enforced exactly. On the right, re-verification after unblocking is consistently under 1.5 seconds across all three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from one representative trial.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This isn't a one-off: the automated harness (thesis_eval/replay_test.py) ran this exact procedure 25 times, and both outcomes reproduced 25/25 — the diagram shown is one representative trial, not the only one run.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the Security Goals G1-G4 scorecard slide, now with evidence in the last column instead of just mechanism. Read it goal by goal, evidence-first: this is the moment to sound confident, because everything in the 'evidence' column is a number you already showed them on the Methodology, G4, Δ-sensitivity, and G2 slides earlier in this section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used to be a pending item — confirming the revocation-latency numbers against the on-device presence decision — and it's since been run: 25 trials, all landing at exactly 15.001 seconds. Worth calling out explicitly if asked: this is evidence the earlier externally-measured numbers weren't an artifact of the measurement harness itself.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formal verification — while the right column extends capability the system already has. (The on-device revocation-latency confirmation that used to be in this column is done — it moved to the Limitations slide as a closed item.)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what crosses the optical link, what crosses the network, and what Auth decides.</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Confirmed directly on-device: 25 occlusion trials, every one at exactly 15.001s ± 0.000s — zero polling jitter, essentially exact Δ enforcement</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7" name="Picture 6" descr="revocation_latency.png"/>
          <p:cNvPicPr>
            <a:picLocks noChangeAspect="1"/>
          </p:cNvPicPr>
          <p:nvPr/>
        </p:nvPicPr>
        <p:blipFill>
          <a:blip r:embed="rId5"/>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On-device confirmed: 15.001s ± 0.000s across 25 trials — essentially exact Δ enforcement, zero polling jitter.</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re-accepted only after eviction from a shrunk 2-slot window — reproduced 25/25 across independent automated trials.</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the system actually decides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as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are a pair, not a redundancy</a:t>
            </a:r>
          </a:p>
          <a:p>
            <a:pPr marL="228600" indent="0">
              <a:spcAft>
                <a:spcPts val="600"/>
              </a:spcAft>
              <a:buNone/>
            </a:pPr>
            <a:r>
              <a:rPr lang="en-US" sz="1500" dirty="0">
                <a:solidFill>
                  <a:srgbClr val="52514E"/>
                </a:solidFill>
                <a:latin typeface="Calibri"/>
              </a:rPr>
              <a:t>Timing (Δ) closes the digital-relay path; the bounded cone V closes the physical-reach path. Neither is sufficient alone.</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r>
                        <a:t>15.001s ± 0.000s on-device (n=25), confirms Δ + fixed overhead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r>
                        <a:t>25/25 immediate rejection; window-bound limitation reproduced 25/25</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confirmed on-device (15.001s ± 0.000s, n=25) — the earlier externally-measured numbers held up exactly</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